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Microservices Ecosystem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High level map of customer facing APIs, authentication, and database tiers.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Microservices Ecosystem</dc:title>
  <dc:subject/>
  <dc:creator>Alice Wang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
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FY25 Fiscal Forecast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Anticipated 14% growth in ARR and gross margin expansion.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FY25 Fiscal Forecast</dc:title>
  <dc:subject/>
  <dc:creator>Treasury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